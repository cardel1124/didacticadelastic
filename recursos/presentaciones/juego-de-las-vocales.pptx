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05">
          <p15:clr>
            <a:srgbClr val="A4A3A4"/>
          </p15:clr>
        </p15:guide>
        <p15:guide id="2" pos="3863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gOkOjkbkC/20dzMMmVF7CQWLXh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05" orient="horz"/>
        <p:guide pos="3863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slide" Target="/ppt/slides/slide2.xml"/><Relationship Id="rId4" Type="http://schemas.openxmlformats.org/officeDocument/2006/relationships/slide" Target="/ppt/slides/slide4.xml"/><Relationship Id="rId5" Type="http://schemas.openxmlformats.org/officeDocument/2006/relationships/image" Target="../media/image2.gif"/><Relationship Id="rId6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3.xml"/><Relationship Id="rId4" Type="http://schemas.openxmlformats.org/officeDocument/2006/relationships/slide" Target="/ppt/slides/slide1.xml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slide" Target="/ppt/slides/slide1.xml"/><Relationship Id="rId4" Type="http://schemas.openxmlformats.org/officeDocument/2006/relationships/image" Target="../media/image7.png"/><Relationship Id="rId5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slide" Target="/ppt/slides/slide5.xml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slide" Target="/ppt/slides/slide6.xml"/><Relationship Id="rId4" Type="http://schemas.openxmlformats.org/officeDocument/2006/relationships/image" Target="../media/image9.png"/><Relationship Id="rId5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slide" Target="/ppt/slides/slide7.xml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slide" Target="/ppt/slides/slide8.xml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slide" Target="/ppt/slides/slide9.xml"/><Relationship Id="rId4" Type="http://schemas.openxmlformats.org/officeDocument/2006/relationships/image" Target="../media/image9.png"/><Relationship Id="rId5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953051" y="1882090"/>
            <a:ext cx="246888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9600" u="none" cap="none" strike="noStrike">
                <a:solidFill>
                  <a:schemeClr val="accent2"/>
                </a:solidFill>
                <a:latin typeface="Arial Rounded"/>
                <a:ea typeface="Arial Rounded"/>
                <a:cs typeface="Arial Rounded"/>
                <a:sym typeface="Arial Rounded"/>
              </a:rPr>
              <a:t>A</a:t>
            </a:r>
            <a:endParaRPr b="1" i="0" sz="9600" u="none" cap="none" strike="noStrike">
              <a:solidFill>
                <a:schemeClr val="accent2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2538656" y="2420735"/>
            <a:ext cx="246888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9600" u="none" cap="none" strike="noStrike">
                <a:solidFill>
                  <a:srgbClr val="2F5496"/>
                </a:solidFill>
                <a:latin typeface="Arial Rounded"/>
                <a:ea typeface="Arial Rounded"/>
                <a:cs typeface="Arial Rounded"/>
                <a:sym typeface="Arial Rounded"/>
              </a:rPr>
              <a:t>E</a:t>
            </a:r>
            <a:endParaRPr b="1" i="0" sz="9600" u="none" cap="none" strike="noStrike">
              <a:solidFill>
                <a:srgbClr val="2F5496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4156614" y="2243579"/>
            <a:ext cx="246888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9600" u="none" cap="none" strike="noStrike">
                <a:solidFill>
                  <a:srgbClr val="548135"/>
                </a:solidFill>
                <a:latin typeface="Arial Rounded"/>
                <a:ea typeface="Arial Rounded"/>
                <a:cs typeface="Arial Rounded"/>
                <a:sym typeface="Arial Rounded"/>
              </a:rPr>
              <a:t>I</a:t>
            </a:r>
            <a:endParaRPr b="1" i="0" sz="9600" u="none" cap="none" strike="noStrike">
              <a:solidFill>
                <a:srgbClr val="548135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5880662" y="1698308"/>
            <a:ext cx="246888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9600" u="none" cap="none" strike="noStrike">
                <a:solidFill>
                  <a:srgbClr val="CC66FF"/>
                </a:solidFill>
                <a:latin typeface="Arial Rounded"/>
                <a:ea typeface="Arial Rounded"/>
                <a:cs typeface="Arial Rounded"/>
                <a:sym typeface="Arial Rounded"/>
              </a:rPr>
              <a:t>O</a:t>
            </a:r>
            <a:endParaRPr b="1" i="0" sz="9600" u="none" cap="none" strike="noStrike">
              <a:solidFill>
                <a:srgbClr val="CC66FF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7962680" y="2416447"/>
            <a:ext cx="246888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9600" u="none" cap="none" strike="noStrike">
                <a:solidFill>
                  <a:srgbClr val="FFC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U</a:t>
            </a:r>
            <a:endParaRPr b="1" i="0" sz="9600" u="none" cap="none" strike="noStrike">
              <a:solidFill>
                <a:srgbClr val="FFC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154856" y="497979"/>
            <a:ext cx="578223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7200" u="none" cap="none" strike="noStrike">
                <a:solidFill>
                  <a:schemeClr val="accent2"/>
                </a:solidFill>
                <a:latin typeface="Aharoni"/>
                <a:ea typeface="Aharoni"/>
                <a:cs typeface="Aharoni"/>
                <a:sym typeface="Aharoni"/>
              </a:rPr>
              <a:t>Las vocales</a:t>
            </a:r>
            <a:endParaRPr b="1" i="0" sz="7200" u="none" cap="none" strike="noStrike">
              <a:solidFill>
                <a:schemeClr val="accent2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90" name="Google Shape;90;p1">
            <a:hlinkClick action="ppaction://hlinksldjump" r:id="rId3"/>
          </p:cNvPr>
          <p:cNvSpPr/>
          <p:nvPr/>
        </p:nvSpPr>
        <p:spPr>
          <a:xfrm>
            <a:off x="116585" y="6073896"/>
            <a:ext cx="1765496" cy="655935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762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Vocales</a:t>
            </a:r>
            <a:endParaRPr b="1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>
            <a:hlinkClick action="ppaction://hlinksldjump" r:id="rId4"/>
          </p:cNvPr>
          <p:cNvSpPr/>
          <p:nvPr/>
        </p:nvSpPr>
        <p:spPr>
          <a:xfrm>
            <a:off x="10106648" y="5968205"/>
            <a:ext cx="1729154" cy="728504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 cap="flat" cmpd="sng" w="762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Actividad</a:t>
            </a:r>
            <a:endParaRPr b="1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585" y="0"/>
            <a:ext cx="1765496" cy="1515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192018" y="2243579"/>
            <a:ext cx="2143125" cy="2143125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1183342" y="1960191"/>
            <a:ext cx="1701005" cy="2034123"/>
          </a:xfrm>
          <a:prstGeom prst="ellipse">
            <a:avLst/>
          </a:prstGeom>
          <a:solidFill>
            <a:srgbClr val="FFD966"/>
          </a:solidFill>
          <a:ln cap="flat" cmpd="sng" w="28575">
            <a:solidFill>
              <a:srgbClr val="1E4E79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8800" u="none" cap="none" strike="noStrike">
                <a:solidFill>
                  <a:srgbClr val="1E4E79"/>
                </a:solidFill>
                <a:latin typeface="Arial Rounded"/>
                <a:ea typeface="Arial Rounded"/>
                <a:cs typeface="Arial Rounded"/>
                <a:sym typeface="Arial Rounded"/>
              </a:rPr>
              <a:t>A</a:t>
            </a:r>
            <a:endParaRPr b="1" i="0" sz="8800" u="none" cap="none" strike="noStrike">
              <a:solidFill>
                <a:srgbClr val="1E4E79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7743014" y="1062621"/>
            <a:ext cx="1571685" cy="2034123"/>
          </a:xfrm>
          <a:prstGeom prst="ellipse">
            <a:avLst/>
          </a:prstGeom>
          <a:solidFill>
            <a:srgbClr val="C4E0B2"/>
          </a:solidFill>
          <a:ln cap="flat" cmpd="sng" w="19050">
            <a:solidFill>
              <a:srgbClr val="2E75B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8800" u="none" cap="none" strike="noStrike">
                <a:solidFill>
                  <a:srgbClr val="00B0F0"/>
                </a:solidFill>
                <a:latin typeface="Arial Rounded"/>
                <a:ea typeface="Arial Rounded"/>
                <a:cs typeface="Arial Rounded"/>
                <a:sym typeface="Arial Rounded"/>
              </a:rPr>
              <a:t>E</a:t>
            </a:r>
            <a:endParaRPr b="1" i="0" sz="8800" u="none" cap="none" strike="noStrike">
              <a:solidFill>
                <a:srgbClr val="00B0F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4688679" y="1960190"/>
            <a:ext cx="1621042" cy="2034123"/>
          </a:xfrm>
          <a:prstGeom prst="ellipse">
            <a:avLst/>
          </a:prstGeom>
          <a:solidFill>
            <a:srgbClr val="8DA9DB"/>
          </a:solidFill>
          <a:ln cap="flat" cmpd="sng" w="28575">
            <a:solidFill>
              <a:srgbClr val="FFC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8800" u="none" cap="none" strike="noStrike">
                <a:solidFill>
                  <a:srgbClr val="1F3864"/>
                </a:solidFill>
                <a:latin typeface="Arial Rounded"/>
                <a:ea typeface="Arial Rounded"/>
                <a:cs typeface="Arial Rounded"/>
                <a:sym typeface="Arial Rounded"/>
              </a:rPr>
              <a:t>I</a:t>
            </a:r>
            <a:endParaRPr b="1" i="0" sz="8800" u="none" cap="none" strike="noStrike">
              <a:solidFill>
                <a:srgbClr val="1F3864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1183342" y="0"/>
            <a:ext cx="9950824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4400" u="none" cap="none" strike="noStrike">
                <a:solidFill>
                  <a:srgbClr val="1F3864"/>
                </a:solidFill>
                <a:latin typeface="Arial Rounded"/>
                <a:ea typeface="Arial Rounded"/>
                <a:cs typeface="Arial Rounded"/>
                <a:sym typeface="Arial Rounded"/>
              </a:rPr>
              <a:t>Has clic en cada vocal</a:t>
            </a:r>
            <a:endParaRPr b="1" i="0" sz="4400" u="none" cap="none" strike="noStrike">
              <a:solidFill>
                <a:srgbClr val="1F3864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02" name="Google Shape;102;p2">
            <a:hlinkClick action="ppaction://hlinksldjump" r:id="rId3"/>
          </p:cNvPr>
          <p:cNvSpPr/>
          <p:nvPr/>
        </p:nvSpPr>
        <p:spPr>
          <a:xfrm>
            <a:off x="11043087" y="6147873"/>
            <a:ext cx="948375" cy="65310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70C0"/>
          </a:solidFill>
          <a:ln cap="flat" cmpd="sng" w="762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>
            <a:hlinkClick action="ppaction://hlinksldjump" r:id="rId4"/>
          </p:cNvPr>
          <p:cNvSpPr/>
          <p:nvPr/>
        </p:nvSpPr>
        <p:spPr>
          <a:xfrm>
            <a:off x="244934" y="192020"/>
            <a:ext cx="1788910" cy="870601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0070C0"/>
          </a:solidFill>
          <a:ln cap="flat" cmpd="sng" w="762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INICIO</a:t>
            </a:r>
            <a:endParaRPr b="1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2" title="INDIO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30374" y="1563113"/>
            <a:ext cx="1358693" cy="2259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2489851">
            <a:off x="1434097" y="1245915"/>
            <a:ext cx="1871213" cy="1465783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"/>
          <p:cNvSpPr/>
          <p:nvPr/>
        </p:nvSpPr>
        <p:spPr>
          <a:xfrm flipH="1">
            <a:off x="9166587" y="1138121"/>
            <a:ext cx="1876500" cy="1883121"/>
          </a:xfrm>
          <a:prstGeom prst="ellipse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8800" u="none" cap="none" strike="noStrike">
              <a:solidFill>
                <a:srgbClr val="1E4E79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2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/>
          <p:nvPr/>
        </p:nvSpPr>
        <p:spPr>
          <a:xfrm>
            <a:off x="3211498" y="1129553"/>
            <a:ext cx="1980000" cy="2034123"/>
          </a:xfrm>
          <a:prstGeom prst="ellipse">
            <a:avLst/>
          </a:prstGeom>
          <a:solidFill>
            <a:srgbClr val="FFFF00"/>
          </a:solidFill>
          <a:ln cap="flat" cmpd="sng" w="19050">
            <a:solidFill>
              <a:srgbClr val="7030A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8800" u="none" cap="none" strike="noStrike">
                <a:solidFill>
                  <a:srgbClr val="7030A0"/>
                </a:solidFill>
                <a:latin typeface="Arial Rounded"/>
                <a:ea typeface="Arial Rounded"/>
                <a:cs typeface="Arial Rounded"/>
                <a:sym typeface="Arial Rounded"/>
              </a:rPr>
              <a:t>O</a:t>
            </a:r>
            <a:endParaRPr b="1" i="0" sz="8800" u="none" cap="none" strike="noStrike">
              <a:solidFill>
                <a:srgbClr val="7030A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7085296" y="1285226"/>
            <a:ext cx="1980000" cy="2034123"/>
          </a:xfrm>
          <a:prstGeom prst="ellipse">
            <a:avLst/>
          </a:prstGeom>
          <a:solidFill>
            <a:srgbClr val="FEE599"/>
          </a:solidFill>
          <a:ln cap="flat" cmpd="sng" w="19050">
            <a:solidFill>
              <a:srgbClr val="54813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8800" u="none" cap="none" strike="noStrike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U</a:t>
            </a:r>
            <a:endParaRPr b="1" i="0" sz="8800" u="none" cap="none" strike="noStrike">
              <a:solidFill>
                <a:srgbClr val="92D05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13" name="Google Shape;113;p3">
            <a:hlinkClick action="ppaction://hlinksldjump" r:id="rId3"/>
          </p:cNvPr>
          <p:cNvSpPr/>
          <p:nvPr/>
        </p:nvSpPr>
        <p:spPr>
          <a:xfrm>
            <a:off x="817649" y="258952"/>
            <a:ext cx="1788910" cy="870601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0070C0"/>
          </a:solidFill>
          <a:ln cap="flat" cmpd="sng" w="76200">
            <a:solidFill>
              <a:srgbClr val="FFFF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INICIO</a:t>
            </a:r>
            <a:endParaRPr b="1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12873" y="1387490"/>
            <a:ext cx="1684389" cy="19318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42000" y="1542623"/>
            <a:ext cx="1950894" cy="2253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2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/>
          <p:nvPr/>
        </p:nvSpPr>
        <p:spPr>
          <a:xfrm>
            <a:off x="4194611" y="1424053"/>
            <a:ext cx="938768" cy="208194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>
            <a:hlinkClick action="ppaction://hlinksldjump" r:id="rId3"/>
          </p:cNvPr>
          <p:cNvSpPr/>
          <p:nvPr/>
        </p:nvSpPr>
        <p:spPr>
          <a:xfrm>
            <a:off x="10813830" y="6152160"/>
            <a:ext cx="1146600" cy="653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66FF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5859216" y="359734"/>
            <a:ext cx="246888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7200" u="none" cap="none" strike="noStrike">
                <a:solidFill>
                  <a:srgbClr val="FF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O</a:t>
            </a:r>
            <a:endParaRPr b="1" i="0" sz="7200" u="none" cap="none" strike="noStrike">
              <a:solidFill>
                <a:srgbClr val="FF0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5078090" y="334475"/>
            <a:ext cx="246888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7200" u="none" cap="none" strike="noStrike">
                <a:solidFill>
                  <a:srgbClr val="FF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T</a:t>
            </a:r>
            <a:endParaRPr b="1" i="0" sz="7200" u="none" cap="none" strike="noStrike">
              <a:solidFill>
                <a:srgbClr val="FF0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4331486" y="356782"/>
            <a:ext cx="246888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7200" u="none" cap="none" strike="noStrike">
                <a:solidFill>
                  <a:srgbClr val="FF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U</a:t>
            </a:r>
            <a:endParaRPr b="1" i="0" sz="7200" u="none" cap="none" strike="noStrike">
              <a:solidFill>
                <a:srgbClr val="FF0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3446777" y="327821"/>
            <a:ext cx="246888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7200" u="none" cap="none" strike="noStrike">
                <a:solidFill>
                  <a:srgbClr val="FF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A</a:t>
            </a:r>
            <a:endParaRPr b="1" i="0" sz="7200" u="none" cap="none" strike="noStrike">
              <a:solidFill>
                <a:srgbClr val="FF0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126" name="Google Shape;12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65096" y="447835"/>
            <a:ext cx="1828800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4"/>
          <p:cNvSpPr/>
          <p:nvPr/>
        </p:nvSpPr>
        <p:spPr>
          <a:xfrm>
            <a:off x="5204364" y="2261413"/>
            <a:ext cx="1368000" cy="1692000"/>
          </a:xfrm>
          <a:prstGeom prst="roundRect">
            <a:avLst>
              <a:gd fmla="val 16667" name="adj"/>
            </a:avLst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9600" u="none" cap="none" strike="noStrike">
                <a:solidFill>
                  <a:srgbClr val="A765DD"/>
                </a:solidFill>
                <a:latin typeface="Arial Rounded"/>
                <a:ea typeface="Arial Rounded"/>
                <a:cs typeface="Arial Rounded"/>
                <a:sym typeface="Arial Rounded"/>
              </a:rPr>
              <a:t>I</a:t>
            </a:r>
            <a:endParaRPr b="1" i="0" sz="9600" u="none" cap="none" strike="noStrike">
              <a:solidFill>
                <a:srgbClr val="A765DD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7036367" y="2261413"/>
            <a:ext cx="1368000" cy="1692000"/>
          </a:xfrm>
          <a:prstGeom prst="roundRect">
            <a:avLst>
              <a:gd fmla="val 16667" name="adj"/>
            </a:avLst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9600" u="none" cap="none" strike="noStrike">
                <a:solidFill>
                  <a:srgbClr val="A765DD"/>
                </a:solidFill>
                <a:latin typeface="Arial Rounded"/>
                <a:ea typeface="Arial Rounded"/>
                <a:cs typeface="Arial Rounded"/>
                <a:sym typeface="Arial Rounded"/>
              </a:rPr>
              <a:t>O</a:t>
            </a:r>
            <a:endParaRPr b="1" i="0" sz="9600" u="none" cap="none" strike="noStrike">
              <a:solidFill>
                <a:srgbClr val="A765DD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1439403" y="2254823"/>
            <a:ext cx="1368000" cy="1692000"/>
          </a:xfrm>
          <a:prstGeom prst="roundRect">
            <a:avLst>
              <a:gd fmla="val 16667" name="adj"/>
            </a:avLst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9600" u="none" cap="none" strike="noStrike">
                <a:solidFill>
                  <a:srgbClr val="A765DD"/>
                </a:solidFill>
                <a:latin typeface="Arial Rounded"/>
                <a:ea typeface="Arial Rounded"/>
                <a:cs typeface="Arial Rounded"/>
                <a:sym typeface="Arial Rounded"/>
              </a:rPr>
              <a:t>A</a:t>
            </a:r>
            <a:endParaRPr b="1" i="0" sz="9600" u="none" cap="none" strike="noStrike">
              <a:solidFill>
                <a:srgbClr val="A765DD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3354739" y="2261413"/>
            <a:ext cx="1368000" cy="1692000"/>
          </a:xfrm>
          <a:prstGeom prst="roundRect">
            <a:avLst>
              <a:gd fmla="val 16667" name="adj"/>
            </a:avLst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9600" u="none" cap="none" strike="noStrike">
                <a:solidFill>
                  <a:srgbClr val="CC66FF"/>
                </a:solidFill>
                <a:latin typeface="Arial Rounded"/>
                <a:ea typeface="Arial Rounded"/>
                <a:cs typeface="Arial Rounded"/>
                <a:sym typeface="Arial Rounded"/>
              </a:rPr>
              <a:t>E</a:t>
            </a:r>
            <a:endParaRPr b="1" i="0" sz="9600" u="none" cap="none" strike="noStrike">
              <a:solidFill>
                <a:srgbClr val="CC66FF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8880927" y="2143244"/>
            <a:ext cx="1368000" cy="1692000"/>
          </a:xfrm>
          <a:prstGeom prst="roundRect">
            <a:avLst>
              <a:gd fmla="val 16667" name="adj"/>
            </a:avLst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9600" u="none" cap="none" strike="noStrike">
                <a:solidFill>
                  <a:srgbClr val="A765DD"/>
                </a:solidFill>
                <a:latin typeface="Arial Rounded"/>
                <a:ea typeface="Arial Rounded"/>
                <a:cs typeface="Arial Rounded"/>
                <a:sym typeface="Arial Rounded"/>
              </a:rPr>
              <a:t>U</a:t>
            </a:r>
            <a:endParaRPr b="1" i="0" sz="9600" u="none" cap="none" strike="noStrike">
              <a:solidFill>
                <a:srgbClr val="A765DD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/>
          <p:nvPr/>
        </p:nvSpPr>
        <p:spPr>
          <a:xfrm>
            <a:off x="4457727" y="1353297"/>
            <a:ext cx="938768" cy="208194"/>
          </a:xfrm>
          <a:prstGeom prst="rect">
            <a:avLst/>
          </a:prstGeom>
          <a:solidFill>
            <a:srgbClr val="F4B081"/>
          </a:solidFill>
          <a:ln cap="flat" cmpd="sng" w="12700">
            <a:solidFill>
              <a:srgbClr val="A8D08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A8D08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>
            <a:hlinkClick action="ppaction://hlinksldjump" r:id="rId3"/>
          </p:cNvPr>
          <p:cNvSpPr/>
          <p:nvPr/>
        </p:nvSpPr>
        <p:spPr>
          <a:xfrm>
            <a:off x="10989426" y="6190327"/>
            <a:ext cx="935035" cy="69766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66FF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5204364" y="2261413"/>
            <a:ext cx="1368000" cy="1692000"/>
          </a:xfrm>
          <a:prstGeom prst="roundRect">
            <a:avLst>
              <a:gd fmla="val 16667" name="adj"/>
            </a:avLst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9600" u="none" cap="none" strike="noStrike">
                <a:solidFill>
                  <a:srgbClr val="A765DD"/>
                </a:solidFill>
                <a:latin typeface="Arial Rounded"/>
                <a:ea typeface="Arial Rounded"/>
                <a:cs typeface="Arial Rounded"/>
                <a:sym typeface="Arial Rounded"/>
              </a:rPr>
              <a:t>I</a:t>
            </a:r>
            <a:endParaRPr b="1" i="0" sz="9600" u="none" cap="none" strike="noStrike">
              <a:solidFill>
                <a:srgbClr val="A765DD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7036367" y="2261413"/>
            <a:ext cx="1368000" cy="1692000"/>
          </a:xfrm>
          <a:prstGeom prst="roundRect">
            <a:avLst>
              <a:gd fmla="val 16667" name="adj"/>
            </a:avLst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9600" u="none" cap="none" strike="noStrike">
                <a:solidFill>
                  <a:srgbClr val="A765DD"/>
                </a:solidFill>
                <a:latin typeface="Arial Rounded"/>
                <a:ea typeface="Arial Rounded"/>
                <a:cs typeface="Arial Rounded"/>
                <a:sym typeface="Arial Rounded"/>
              </a:rPr>
              <a:t>O</a:t>
            </a:r>
            <a:endParaRPr b="1" i="0" sz="9600" u="none" cap="none" strike="noStrike">
              <a:solidFill>
                <a:srgbClr val="A765DD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1439403" y="2254823"/>
            <a:ext cx="1368000" cy="1692000"/>
          </a:xfrm>
          <a:prstGeom prst="roundRect">
            <a:avLst>
              <a:gd fmla="val 16667" name="adj"/>
            </a:avLst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9600" u="none" cap="none" strike="noStrike">
                <a:solidFill>
                  <a:srgbClr val="A765DD"/>
                </a:solidFill>
                <a:latin typeface="Arial Rounded"/>
                <a:ea typeface="Arial Rounded"/>
                <a:cs typeface="Arial Rounded"/>
                <a:sym typeface="Arial Rounded"/>
              </a:rPr>
              <a:t>A</a:t>
            </a:r>
            <a:endParaRPr b="1" i="0" sz="9600" u="none" cap="none" strike="noStrike">
              <a:solidFill>
                <a:srgbClr val="A765DD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3227158" y="2254823"/>
            <a:ext cx="1368000" cy="1692000"/>
          </a:xfrm>
          <a:prstGeom prst="roundRect">
            <a:avLst>
              <a:gd fmla="val 16667" name="adj"/>
            </a:avLst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9600" u="none" cap="none" strike="noStrike">
                <a:solidFill>
                  <a:srgbClr val="CC66FF"/>
                </a:solidFill>
                <a:latin typeface="Arial Rounded"/>
                <a:ea typeface="Arial Rounded"/>
                <a:cs typeface="Arial Rounded"/>
                <a:sym typeface="Arial Rounded"/>
              </a:rPr>
              <a:t>E</a:t>
            </a:r>
            <a:endParaRPr b="1" i="0" sz="9600" u="none" cap="none" strike="noStrike">
              <a:solidFill>
                <a:srgbClr val="CC66FF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8880927" y="2143244"/>
            <a:ext cx="1368000" cy="1692000"/>
          </a:xfrm>
          <a:prstGeom prst="roundRect">
            <a:avLst>
              <a:gd fmla="val 16667" name="adj"/>
            </a:avLst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9600" u="none" cap="none" strike="noStrike">
                <a:solidFill>
                  <a:srgbClr val="A765DD"/>
                </a:solidFill>
                <a:latin typeface="Arial Rounded"/>
                <a:ea typeface="Arial Rounded"/>
                <a:cs typeface="Arial Rounded"/>
                <a:sym typeface="Arial Rounded"/>
              </a:rPr>
              <a:t>U</a:t>
            </a:r>
            <a:endParaRPr b="1" i="0" sz="9600" u="none" cap="none" strike="noStrike">
              <a:solidFill>
                <a:srgbClr val="A765DD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43" name="Google Shape;143;p5"/>
          <p:cNvSpPr txBox="1"/>
          <p:nvPr/>
        </p:nvSpPr>
        <p:spPr>
          <a:xfrm>
            <a:off x="4927111" y="266651"/>
            <a:ext cx="246888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7200" u="none" cap="none" strike="noStrike">
                <a:solidFill>
                  <a:schemeClr val="accent2"/>
                </a:solidFill>
                <a:latin typeface="Arial Rounded"/>
                <a:ea typeface="Arial Rounded"/>
                <a:cs typeface="Arial Rounded"/>
                <a:sym typeface="Arial Rounded"/>
              </a:rPr>
              <a:t>SLA</a:t>
            </a:r>
            <a:endParaRPr b="1" i="0" sz="7200" u="none" cap="none" strike="noStrike">
              <a:solidFill>
                <a:schemeClr val="accent2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44" name="Google Shape;144;p5"/>
          <p:cNvSpPr txBox="1"/>
          <p:nvPr/>
        </p:nvSpPr>
        <p:spPr>
          <a:xfrm>
            <a:off x="3692671" y="223723"/>
            <a:ext cx="246888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7200" u="none" cap="none" strike="noStrike">
                <a:solidFill>
                  <a:schemeClr val="accent2"/>
                </a:solidFill>
                <a:latin typeface="Arial Rounded"/>
                <a:ea typeface="Arial Rounded"/>
                <a:cs typeface="Arial Rounded"/>
                <a:sym typeface="Arial Rounded"/>
              </a:rPr>
              <a:t>I</a:t>
            </a:r>
            <a:endParaRPr b="1" i="0" sz="7200" u="none" cap="none" strike="noStrike">
              <a:solidFill>
                <a:schemeClr val="accent2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145" name="Google Shape;14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31731" y="445073"/>
            <a:ext cx="1409700" cy="180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/>
          <p:nvPr/>
        </p:nvSpPr>
        <p:spPr>
          <a:xfrm>
            <a:off x="4194611" y="1424053"/>
            <a:ext cx="938768" cy="208194"/>
          </a:xfrm>
          <a:prstGeom prst="rect">
            <a:avLst/>
          </a:prstGeom>
          <a:solidFill>
            <a:srgbClr val="00B05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92D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>
            <a:hlinkClick action="ppaction://hlinksldjump" r:id="rId3"/>
          </p:cNvPr>
          <p:cNvSpPr/>
          <p:nvPr/>
        </p:nvSpPr>
        <p:spPr>
          <a:xfrm>
            <a:off x="11188931" y="6129065"/>
            <a:ext cx="789246" cy="65310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765DD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 txBox="1"/>
          <p:nvPr/>
        </p:nvSpPr>
        <p:spPr>
          <a:xfrm>
            <a:off x="4599247" y="507872"/>
            <a:ext cx="246888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7200" u="none" cap="none" strike="noStrike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SO</a:t>
            </a:r>
            <a:endParaRPr b="1" i="0" sz="7200" u="none" cap="none" strike="noStrike">
              <a:solidFill>
                <a:srgbClr val="92D05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53" name="Google Shape;153;p6"/>
          <p:cNvSpPr txBox="1"/>
          <p:nvPr/>
        </p:nvSpPr>
        <p:spPr>
          <a:xfrm>
            <a:off x="3481401" y="472356"/>
            <a:ext cx="246888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7200" u="none" cap="none" strike="noStrike">
                <a:solidFill>
                  <a:srgbClr val="92D050"/>
                </a:solidFill>
                <a:latin typeface="Arial Rounded"/>
                <a:ea typeface="Arial Rounded"/>
                <a:cs typeface="Arial Rounded"/>
                <a:sym typeface="Arial Rounded"/>
              </a:rPr>
              <a:t>O</a:t>
            </a:r>
            <a:endParaRPr b="1" i="0" sz="7200" u="none" cap="none" strike="noStrike">
              <a:solidFill>
                <a:srgbClr val="92D05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4449379" y="2504205"/>
            <a:ext cx="1368000" cy="1692000"/>
          </a:xfrm>
          <a:prstGeom prst="roundRect">
            <a:avLst>
              <a:gd fmla="val 16667" name="adj"/>
            </a:avLst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9600" u="none" cap="none" strike="noStrike">
                <a:solidFill>
                  <a:srgbClr val="A765DD"/>
                </a:solidFill>
                <a:latin typeface="Arial Rounded"/>
                <a:ea typeface="Arial Rounded"/>
                <a:cs typeface="Arial Rounded"/>
                <a:sym typeface="Arial Rounded"/>
              </a:rPr>
              <a:t>I</a:t>
            </a:r>
            <a:endParaRPr b="1" i="0" sz="9600" u="none" cap="none" strike="noStrike">
              <a:solidFill>
                <a:srgbClr val="A765DD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6200977" y="2504205"/>
            <a:ext cx="1368000" cy="1692000"/>
          </a:xfrm>
          <a:prstGeom prst="roundRect">
            <a:avLst>
              <a:gd fmla="val 16667" name="adj"/>
            </a:avLst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9600" u="none" cap="none" strike="noStrike">
                <a:solidFill>
                  <a:srgbClr val="A765DD"/>
                </a:solidFill>
                <a:latin typeface="Arial Rounded"/>
                <a:ea typeface="Arial Rounded"/>
                <a:cs typeface="Arial Rounded"/>
                <a:sym typeface="Arial Rounded"/>
              </a:rPr>
              <a:t>O</a:t>
            </a:r>
            <a:endParaRPr b="1" i="0" sz="9600" u="none" cap="none" strike="noStrike">
              <a:solidFill>
                <a:srgbClr val="A765DD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741133" y="2504205"/>
            <a:ext cx="1368000" cy="1692000"/>
          </a:xfrm>
          <a:prstGeom prst="roundRect">
            <a:avLst>
              <a:gd fmla="val 16667" name="adj"/>
            </a:avLst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9600" u="none" cap="none" strike="noStrike">
                <a:solidFill>
                  <a:srgbClr val="A765DD"/>
                </a:solidFill>
                <a:latin typeface="Arial Rounded"/>
                <a:ea typeface="Arial Rounded"/>
                <a:cs typeface="Arial Rounded"/>
                <a:sym typeface="Arial Rounded"/>
              </a:rPr>
              <a:t>A</a:t>
            </a:r>
            <a:endParaRPr b="1" i="0" sz="9600" u="none" cap="none" strike="noStrike">
              <a:solidFill>
                <a:srgbClr val="A765DD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2612016" y="2504205"/>
            <a:ext cx="1368000" cy="1692000"/>
          </a:xfrm>
          <a:prstGeom prst="roundRect">
            <a:avLst>
              <a:gd fmla="val 16667" name="adj"/>
            </a:avLst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9600" u="none" cap="none" strike="noStrike">
                <a:solidFill>
                  <a:srgbClr val="CC66FF"/>
                </a:solidFill>
                <a:latin typeface="Arial Rounded"/>
                <a:ea typeface="Arial Rounded"/>
                <a:cs typeface="Arial Rounded"/>
                <a:sym typeface="Arial Rounded"/>
              </a:rPr>
              <a:t>E</a:t>
            </a:r>
            <a:endParaRPr b="1" i="0" sz="9600" u="none" cap="none" strike="noStrike">
              <a:solidFill>
                <a:srgbClr val="CC66FF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8050496" y="2482344"/>
            <a:ext cx="1368000" cy="1692000"/>
          </a:xfrm>
          <a:prstGeom prst="roundRect">
            <a:avLst>
              <a:gd fmla="val 16667" name="adj"/>
            </a:avLst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9600" u="none" cap="none" strike="noStrike">
                <a:solidFill>
                  <a:srgbClr val="A765DD"/>
                </a:solidFill>
                <a:latin typeface="Arial Rounded"/>
                <a:ea typeface="Arial Rounded"/>
                <a:cs typeface="Arial Rounded"/>
                <a:sym typeface="Arial Rounded"/>
              </a:rPr>
              <a:t>U</a:t>
            </a:r>
            <a:endParaRPr b="1" i="0" sz="9600" u="none" cap="none" strike="noStrike">
              <a:solidFill>
                <a:srgbClr val="A765DD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159" name="Google Shape;15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1368" y="228985"/>
            <a:ext cx="1950894" cy="2253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"/>
          <p:cNvSpPr/>
          <p:nvPr/>
        </p:nvSpPr>
        <p:spPr>
          <a:xfrm>
            <a:off x="4194611" y="1424053"/>
            <a:ext cx="938768" cy="208194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>
            <a:hlinkClick action="ppaction://hlinksldjump" r:id="rId3"/>
          </p:cNvPr>
          <p:cNvSpPr/>
          <p:nvPr/>
        </p:nvSpPr>
        <p:spPr>
          <a:xfrm>
            <a:off x="11266966" y="6204892"/>
            <a:ext cx="925034" cy="65310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66FF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8345537" y="2469049"/>
            <a:ext cx="1368000" cy="1692000"/>
          </a:xfrm>
          <a:prstGeom prst="roundRect">
            <a:avLst>
              <a:gd fmla="val 16667" name="adj"/>
            </a:avLst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9600" u="none" cap="none" strike="noStrike">
                <a:solidFill>
                  <a:srgbClr val="A765DD"/>
                </a:solidFill>
                <a:latin typeface="Arial Rounded"/>
                <a:ea typeface="Arial Rounded"/>
                <a:cs typeface="Arial Rounded"/>
                <a:sym typeface="Arial Rounded"/>
              </a:rPr>
              <a:t>U</a:t>
            </a:r>
            <a:endParaRPr b="1" i="0" sz="9600" u="none" cap="none" strike="noStrike">
              <a:solidFill>
                <a:srgbClr val="A765DD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67" name="Google Shape;167;p7"/>
          <p:cNvSpPr txBox="1"/>
          <p:nvPr/>
        </p:nvSpPr>
        <p:spPr>
          <a:xfrm>
            <a:off x="4582939" y="392931"/>
            <a:ext cx="246888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7200" u="none" cap="none" strike="noStrike">
                <a:solidFill>
                  <a:srgbClr val="FFC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VA</a:t>
            </a:r>
            <a:endParaRPr b="1" i="0" sz="7200" u="none" cap="none" strike="noStrike">
              <a:solidFill>
                <a:srgbClr val="FFC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68" name="Google Shape;168;p7"/>
          <p:cNvSpPr txBox="1"/>
          <p:nvPr/>
        </p:nvSpPr>
        <p:spPr>
          <a:xfrm>
            <a:off x="3429555" y="327821"/>
            <a:ext cx="246888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7200" u="none" cap="none" strike="noStrike">
                <a:solidFill>
                  <a:srgbClr val="FFC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U</a:t>
            </a:r>
            <a:endParaRPr b="1" i="0" sz="7200" u="none" cap="none" strike="noStrike">
              <a:solidFill>
                <a:srgbClr val="FFC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169" name="Google Shape;16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24783" y="157394"/>
            <a:ext cx="1684389" cy="1931859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7"/>
          <p:cNvSpPr/>
          <p:nvPr/>
        </p:nvSpPr>
        <p:spPr>
          <a:xfrm>
            <a:off x="4449379" y="2504205"/>
            <a:ext cx="1368000" cy="1692000"/>
          </a:xfrm>
          <a:prstGeom prst="roundRect">
            <a:avLst>
              <a:gd fmla="val 16667" name="adj"/>
            </a:avLst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9600" u="none" cap="none" strike="noStrike">
                <a:solidFill>
                  <a:srgbClr val="A765DD"/>
                </a:solidFill>
                <a:latin typeface="Arial Rounded"/>
                <a:ea typeface="Arial Rounded"/>
                <a:cs typeface="Arial Rounded"/>
                <a:sym typeface="Arial Rounded"/>
              </a:rPr>
              <a:t>I</a:t>
            </a:r>
            <a:endParaRPr b="1" i="0" sz="9600" u="none" cap="none" strike="noStrike">
              <a:solidFill>
                <a:srgbClr val="A765DD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6200977" y="2504205"/>
            <a:ext cx="1368000" cy="1692000"/>
          </a:xfrm>
          <a:prstGeom prst="roundRect">
            <a:avLst>
              <a:gd fmla="val 16667" name="adj"/>
            </a:avLst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9600" u="none" cap="none" strike="noStrike">
                <a:solidFill>
                  <a:srgbClr val="A765DD"/>
                </a:solidFill>
                <a:latin typeface="Arial Rounded"/>
                <a:ea typeface="Arial Rounded"/>
                <a:cs typeface="Arial Rounded"/>
                <a:sym typeface="Arial Rounded"/>
              </a:rPr>
              <a:t>O</a:t>
            </a:r>
            <a:endParaRPr b="1" i="0" sz="9600" u="none" cap="none" strike="noStrike">
              <a:solidFill>
                <a:srgbClr val="A765DD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741133" y="2504205"/>
            <a:ext cx="1368000" cy="1692000"/>
          </a:xfrm>
          <a:prstGeom prst="roundRect">
            <a:avLst>
              <a:gd fmla="val 16667" name="adj"/>
            </a:avLst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9600" u="none" cap="none" strike="noStrike">
                <a:solidFill>
                  <a:srgbClr val="A765DD"/>
                </a:solidFill>
                <a:latin typeface="Arial Rounded"/>
                <a:ea typeface="Arial Rounded"/>
                <a:cs typeface="Arial Rounded"/>
                <a:sym typeface="Arial Rounded"/>
              </a:rPr>
              <a:t>A</a:t>
            </a:r>
            <a:endParaRPr b="1" i="0" sz="9600" u="none" cap="none" strike="noStrike">
              <a:solidFill>
                <a:srgbClr val="A765DD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2612016" y="2504205"/>
            <a:ext cx="1368000" cy="1692000"/>
          </a:xfrm>
          <a:prstGeom prst="roundRect">
            <a:avLst>
              <a:gd fmla="val 16667" name="adj"/>
            </a:avLst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9600" u="none" cap="none" strike="noStrike">
                <a:solidFill>
                  <a:srgbClr val="CC66FF"/>
                </a:solidFill>
                <a:latin typeface="Arial Rounded"/>
                <a:ea typeface="Arial Rounded"/>
                <a:cs typeface="Arial Rounded"/>
                <a:sym typeface="Arial Rounded"/>
              </a:rPr>
              <a:t>E</a:t>
            </a:r>
            <a:endParaRPr b="1" i="0" sz="9600" u="none" cap="none" strike="noStrike">
              <a:solidFill>
                <a:srgbClr val="CC66FF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"/>
          <p:cNvSpPr/>
          <p:nvPr/>
        </p:nvSpPr>
        <p:spPr>
          <a:xfrm>
            <a:off x="2826632" y="1538118"/>
            <a:ext cx="938768" cy="208194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>
            <a:hlinkClick action="ppaction://hlinksldjump" r:id="rId3"/>
          </p:cNvPr>
          <p:cNvSpPr/>
          <p:nvPr/>
        </p:nvSpPr>
        <p:spPr>
          <a:xfrm>
            <a:off x="10945059" y="6096865"/>
            <a:ext cx="875012" cy="65310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66FF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 txBox="1"/>
          <p:nvPr/>
        </p:nvSpPr>
        <p:spPr>
          <a:xfrm>
            <a:off x="3382401" y="437775"/>
            <a:ext cx="547035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7200" u="none" cap="none" strike="noStrike">
                <a:solidFill>
                  <a:srgbClr val="002060"/>
                </a:solidFill>
                <a:latin typeface="Arial Rounded"/>
                <a:ea typeface="Arial Rounded"/>
                <a:cs typeface="Arial Rounded"/>
                <a:sym typeface="Arial Rounded"/>
              </a:rPr>
              <a:t>LEFANTE</a:t>
            </a:r>
            <a:endParaRPr b="1" i="0" sz="7200" u="none" cap="none" strike="noStrike">
              <a:solidFill>
                <a:srgbClr val="00206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81" name="Google Shape;181;p8"/>
          <p:cNvSpPr txBox="1"/>
          <p:nvPr/>
        </p:nvSpPr>
        <p:spPr>
          <a:xfrm>
            <a:off x="2109133" y="433443"/>
            <a:ext cx="246888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7200" u="none" cap="none" strike="noStrike">
                <a:solidFill>
                  <a:srgbClr val="002060"/>
                </a:solidFill>
                <a:latin typeface="Arial Rounded"/>
                <a:ea typeface="Arial Rounded"/>
                <a:cs typeface="Arial Rounded"/>
                <a:sym typeface="Arial Rounded"/>
              </a:rPr>
              <a:t>E</a:t>
            </a:r>
            <a:endParaRPr b="1" i="0" sz="7200" u="none" cap="none" strike="noStrike">
              <a:solidFill>
                <a:srgbClr val="00206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8345537" y="2469049"/>
            <a:ext cx="1368000" cy="1692000"/>
          </a:xfrm>
          <a:prstGeom prst="roundRect">
            <a:avLst>
              <a:gd fmla="val 16667" name="adj"/>
            </a:avLst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9600" u="none" cap="none" strike="noStrike">
                <a:solidFill>
                  <a:srgbClr val="A765DD"/>
                </a:solidFill>
                <a:latin typeface="Arial Rounded"/>
                <a:ea typeface="Arial Rounded"/>
                <a:cs typeface="Arial Rounded"/>
                <a:sym typeface="Arial Rounded"/>
              </a:rPr>
              <a:t>U</a:t>
            </a:r>
            <a:endParaRPr b="1" i="0" sz="9600" u="none" cap="none" strike="noStrike">
              <a:solidFill>
                <a:srgbClr val="A765DD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4449379" y="2504205"/>
            <a:ext cx="1368000" cy="1692000"/>
          </a:xfrm>
          <a:prstGeom prst="roundRect">
            <a:avLst>
              <a:gd fmla="val 16667" name="adj"/>
            </a:avLst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9600" u="none" cap="none" strike="noStrike">
                <a:solidFill>
                  <a:srgbClr val="A765DD"/>
                </a:solidFill>
                <a:latin typeface="Arial Rounded"/>
                <a:ea typeface="Arial Rounded"/>
                <a:cs typeface="Arial Rounded"/>
                <a:sym typeface="Arial Rounded"/>
              </a:rPr>
              <a:t>I</a:t>
            </a:r>
            <a:endParaRPr b="1" i="0" sz="9600" u="none" cap="none" strike="noStrike">
              <a:solidFill>
                <a:srgbClr val="A765DD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6200977" y="2504205"/>
            <a:ext cx="1368000" cy="1692000"/>
          </a:xfrm>
          <a:prstGeom prst="roundRect">
            <a:avLst>
              <a:gd fmla="val 16667" name="adj"/>
            </a:avLst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9600" u="none" cap="none" strike="noStrike">
                <a:solidFill>
                  <a:srgbClr val="A765DD"/>
                </a:solidFill>
                <a:latin typeface="Arial Rounded"/>
                <a:ea typeface="Arial Rounded"/>
                <a:cs typeface="Arial Rounded"/>
                <a:sym typeface="Arial Rounded"/>
              </a:rPr>
              <a:t>O</a:t>
            </a:r>
            <a:endParaRPr b="1" i="0" sz="9600" u="none" cap="none" strike="noStrike">
              <a:solidFill>
                <a:srgbClr val="A765DD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741133" y="2504205"/>
            <a:ext cx="1368000" cy="1692000"/>
          </a:xfrm>
          <a:prstGeom prst="roundRect">
            <a:avLst>
              <a:gd fmla="val 16667" name="adj"/>
            </a:avLst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9600" u="none" cap="none" strike="noStrike">
                <a:solidFill>
                  <a:srgbClr val="A765DD"/>
                </a:solidFill>
                <a:latin typeface="Arial Rounded"/>
                <a:ea typeface="Arial Rounded"/>
                <a:cs typeface="Arial Rounded"/>
                <a:sym typeface="Arial Rounded"/>
              </a:rPr>
              <a:t>A</a:t>
            </a:r>
            <a:endParaRPr b="1" i="0" sz="9600" u="none" cap="none" strike="noStrike">
              <a:solidFill>
                <a:srgbClr val="A765DD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2510810" y="2537391"/>
            <a:ext cx="1368000" cy="1692000"/>
          </a:xfrm>
          <a:prstGeom prst="roundRect">
            <a:avLst>
              <a:gd fmla="val 16667" name="adj"/>
            </a:avLst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9600" u="none" cap="none" strike="noStrike">
                <a:solidFill>
                  <a:srgbClr val="CC66FF"/>
                </a:solidFill>
                <a:latin typeface="Arial Rounded"/>
                <a:ea typeface="Arial Rounded"/>
                <a:cs typeface="Arial Rounded"/>
                <a:sym typeface="Arial Rounded"/>
              </a:rPr>
              <a:t>E</a:t>
            </a:r>
            <a:endParaRPr b="1" i="0" sz="9600" u="none" cap="none" strike="noStrike">
              <a:solidFill>
                <a:srgbClr val="CC66FF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187" name="Google Shape;18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61931" y="328789"/>
            <a:ext cx="2564611" cy="2418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"/>
          <p:cNvSpPr/>
          <p:nvPr/>
        </p:nvSpPr>
        <p:spPr>
          <a:xfrm rot="1285984">
            <a:off x="9466389" y="1484655"/>
            <a:ext cx="967493" cy="1104067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6000" u="none" cap="none" strike="noStrike">
                <a:solidFill>
                  <a:srgbClr val="D28800"/>
                </a:solidFill>
                <a:latin typeface="Arial Rounded"/>
                <a:ea typeface="Arial Rounded"/>
                <a:cs typeface="Arial Rounded"/>
                <a:sym typeface="Arial Rounded"/>
              </a:rPr>
              <a:t>U</a:t>
            </a:r>
            <a:endParaRPr b="1" i="0" sz="6000" u="none" cap="none" strike="noStrike">
              <a:solidFill>
                <a:srgbClr val="D288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93" name="Google Shape;193;p9"/>
          <p:cNvSpPr/>
          <p:nvPr/>
        </p:nvSpPr>
        <p:spPr>
          <a:xfrm rot="1385495">
            <a:off x="3377938" y="1454161"/>
            <a:ext cx="833346" cy="1094244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6000" u="none" cap="none" strike="noStrike">
                <a:solidFill>
                  <a:srgbClr val="D28800"/>
                </a:solidFill>
                <a:latin typeface="Arial Rounded"/>
                <a:ea typeface="Arial Rounded"/>
                <a:cs typeface="Arial Rounded"/>
                <a:sym typeface="Arial Rounded"/>
              </a:rPr>
              <a:t>E</a:t>
            </a:r>
            <a:endParaRPr b="1" i="0" sz="6000" u="none" cap="none" strike="noStrike">
              <a:solidFill>
                <a:srgbClr val="D288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9773149" y="5962418"/>
            <a:ext cx="2293034" cy="728504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>
            <a:noFill/>
          </a:ln>
          <a:effectLst>
            <a:outerShdw blurRad="149987" algn="ctr" dir="8460000" dist="250190">
              <a:srgbClr val="000000">
                <a:alpha val="2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Salir</a:t>
            </a:r>
            <a:endParaRPr b="1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 rot="-657190">
            <a:off x="987239" y="1323909"/>
            <a:ext cx="927306" cy="1104067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6000" u="none" cap="none" strike="noStrike">
                <a:solidFill>
                  <a:srgbClr val="D28800"/>
                </a:solidFill>
                <a:latin typeface="Arial Rounded"/>
                <a:ea typeface="Arial Rounded"/>
                <a:cs typeface="Arial Rounded"/>
                <a:sym typeface="Arial Rounded"/>
              </a:rPr>
              <a:t>A</a:t>
            </a:r>
            <a:endParaRPr b="1" i="0" sz="6000" u="none" cap="none" strike="noStrike">
              <a:solidFill>
                <a:srgbClr val="D288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96" name="Google Shape;196;p9"/>
          <p:cNvSpPr/>
          <p:nvPr/>
        </p:nvSpPr>
        <p:spPr>
          <a:xfrm rot="-1679780">
            <a:off x="5621608" y="1150534"/>
            <a:ext cx="839321" cy="1113889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6000" u="none" cap="none" strike="noStrike">
                <a:solidFill>
                  <a:srgbClr val="D28800"/>
                </a:solidFill>
                <a:latin typeface="Arial Rounded"/>
                <a:ea typeface="Arial Rounded"/>
                <a:cs typeface="Arial Rounded"/>
                <a:sym typeface="Arial Rounded"/>
              </a:rPr>
              <a:t>I</a:t>
            </a:r>
            <a:endParaRPr b="1" i="0" sz="6000" u="none" cap="none" strike="noStrike">
              <a:solidFill>
                <a:srgbClr val="D288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97" name="Google Shape;197;p9"/>
          <p:cNvSpPr txBox="1"/>
          <p:nvPr/>
        </p:nvSpPr>
        <p:spPr>
          <a:xfrm>
            <a:off x="2010989" y="2252728"/>
            <a:ext cx="8692870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8800" u="none" cap="none" strike="noStrike">
                <a:solidFill>
                  <a:srgbClr val="EBE9E9"/>
                </a:solidFill>
                <a:latin typeface="Arial Rounded"/>
                <a:ea typeface="Arial Rounded"/>
                <a:cs typeface="Arial Rounded"/>
                <a:sym typeface="Arial Rounded"/>
              </a:rPr>
              <a:t>¡Te felicito!</a:t>
            </a:r>
            <a:endParaRPr b="1" i="0" sz="8800" u="none" cap="none" strike="noStrike">
              <a:solidFill>
                <a:srgbClr val="EBE9E9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98" name="Google Shape;198;p9"/>
          <p:cNvSpPr/>
          <p:nvPr/>
        </p:nvSpPr>
        <p:spPr>
          <a:xfrm rot="1418924">
            <a:off x="7919624" y="1342666"/>
            <a:ext cx="1203661" cy="1123712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6000" u="none" cap="none" strike="noStrike">
                <a:solidFill>
                  <a:srgbClr val="D28800"/>
                </a:solidFill>
                <a:latin typeface="Arial Rounded"/>
                <a:ea typeface="Arial Rounded"/>
                <a:cs typeface="Arial Rounded"/>
                <a:sym typeface="Arial Rounded"/>
              </a:rPr>
              <a:t>O</a:t>
            </a:r>
            <a:endParaRPr b="1" i="0" sz="6000" u="none" cap="none" strike="noStrike">
              <a:solidFill>
                <a:srgbClr val="D288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199" name="Google Shape;19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08226" y="3277750"/>
            <a:ext cx="1765496" cy="15152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2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2019-06-23T14:05:52Z</dcterms:created>
  <dc:creator>Carlos Daniel Duran De la Ossa</dc:creator>
</cp:coreProperties>
</file>